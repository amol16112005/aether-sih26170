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 xml:space="preserve"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SIH26170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AI-Driven Anomaly Detection in Component Burn-In &amp; Screening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(enter SIH portal Team ID)</a:t>
            </a:r>
          </a:p>
          <a:p>
            <a:pPr marL="285750" indent="-2857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Pioneers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AETHER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00000" y="1220000"/>
            <a:ext cx="113000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AETHER: lot-aware PAT outlier screen + 24 h → 168 h drift predictor. After 24 h of 125°C burn-in it returns PASS / HOLD / REJECT plus an inspector brief in engineering English.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Working prototype: Streamlit QA workstation with Lot board, QA inspector, Screen-my-data, judging rubric. Public demo on Render / Streamlit Cloud.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Detailed explanation of the proposed solution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Module A — dynamic outliers: robust PAT (median + 6 × 1.4826 × MAD, AEC-Q001), Isolation Forest, robust Mahalanobis. Scores are lot-normalised so a fast process corner is not scrapped.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Module B — drift: Ridge (inspectable) + optional HGB blend forecasts 168 h from 0 h and 24 h only. Flags if predicted slope &gt; healthy 95th percentile or forecast crosses 90% of the datasheet cap.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Static 50 µA datasheet PASS on a 45 µA part in a 10 µA lot (SIH example LOTSIH-0045). Dynamic PAT REJECTS it. Latent drift is pulled at 24 h instead of escaping into a payload.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 and uniqueness of the solution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Two-signal REJECT (PAT or unsafe drift) — a lone Isolation Forest twitch cannot kill a flight part. HOLD band (not scrap/release). FN cost 1000 vs FP 12. Ridge waterfalls a QA inspector can argue with.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Held-out lots (24 lots, 4,945 parts, split by lot): 100% recall (0 miss / 102 latent defects), 24 h REJECT precision 98.7%, IDDQ 168 h MAE 0.51 µA vs 1.26 µA linear extrapolation.</a:t>
            </a:r>
            <a:endParaRPr lang="en-US" sz="32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50000" cy="9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 b="1"/>
              <a:t>Pioneers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220000"/>
            <a:ext cx="113000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Technologies to be used (programming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Python 3.12 · scikit-learn (IsolationForest, MinCovDet, RidgeCV, HistGradientBoosting) · pandas / NumPy · joblib frozen bundle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Streamlit + Plotly QA workstation · pytest · GitHub Actions-ready scripts (train.py, evaluate.py, predict_realtime_iddq.py)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No extra hardware: laptop / 512 MB web instance. Optional ATE CSV ingest. Deploy: Render Blueprint + Streamlit Community Cloud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b="1">
                <a:latin typeface="Arial" pitchFamily="34" charset="0"/>
                <a:cs typeface="Arial" pitchFamily="34" charset="0"/>
              </a:rPr>
              <a:t>Methodology and process for implementation (flow / working prototype)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1. Physics-informed lots (0 / 24 / 96 / 168 h IDDQ, leakage, tpd) — ISRO flight data is not public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2. Split by LOT (not by part) → train Module A + Module B on train lots, freeze on val, score unseen test lots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3. Inference uses only 0 h and 24 h. 96 h / 168 h stay hidden at the early gate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4. Fusion: outlier_score = 0.40 PAT + 0.35 Isolation Forest + 0.25 Mahalanobis → PASS | HOLD | REJECT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Flow: Lot CSV → PAT / IF / Mahalanobis + 168 h forecast → decision + traveller brief → QA override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Prototype live: Screen-my-data tab (upload lot or one part vs a reference lot). Pinned example LOTSIH-0045.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50000" cy="9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 b="1"/>
              <a:t>Pioneers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220000"/>
            <a:ext cx="113000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Software-only. Models already trained; artifacts in data/ and models/. Dashboard opens without a GPU.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Fits SIH 36-hour finale: train.py / evaluate.py / Streamlit. Tests encode the official 10 µA / 45 µA / 50 µA example.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No ITAR data needed. Production path: ATE CSV / STDF → freeze PAT k and safety slope on a qualification lot.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False REJECT if the “lot” mixes process corners (fast + slow wafers labelled as one lot).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Isolation Forest contamination and PAT k = 6 are policy knobs — a cleaner line may want them tighter or looser.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Unit mix-up (nA vs µA) or swapped 0 h / 24 h columns looks like a lot excursion.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Lot identity must be real. Two-signal REJECT. QA lead can force HOLD — software is not the last word on a Class-1 part.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Unit / serial checks before scoring. Retrain on a known-good historical set when labels are absent.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HOLD at 96 h instead of scrap/release so expensive space-grade silicon is not thrown away on a borderline score.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50000" cy="9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 b="1"/>
              <a:t>Pioneers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220000"/>
            <a:ext cx="113000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ISRO / Department of Space screening houses, ATE operators, and QA inspectors who today apply static datasheet limits.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Catches latent escapes a 50 µA cap misses (textbook: 45 µA in a 10 µA lot → static PASS, dynamic REJECT).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Held-out: 0 false negatives / 102 latent defects; 1,172 PASS · 202 HOLD · 75 REJECT; 10,800 chamber-hours recovered from early REJECT.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 of the solution (social, economic, environmental)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Mission / social: fewer infant-mortality failures in flight payloads — the FN the problem statement penalises.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Economic: 144 h of 125°C soak freed per early REJECT; HOLD protects costly space-grade parts from a two-class scrap policy.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Environmental: less wasted high-temperature chamber energy on parts that will fail by 168 h anyway.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Explainability (SIH rubric): robust z vs lot, PAT hits, predicted slope vs healthy 95th percentile, Ridge feature waterfalls.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50000" cy="9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 b="1"/>
              <a:t>Pioneers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0000" y="1220000"/>
            <a:ext cx="113000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[1] SIH26170 — AI-Driven Anomaly Detection in Component Burn-In &amp; Screening, ISRO / DoS. https://sih2026.vuce.in/ps/SIH26170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[2] AEC-Q001 Rev-D, Guidelines for Part Average Testing (robust mean ± 6 robust sigma / DPAT).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[3] MIL-STD-883 Test Method 1015, Burn-in Test · [4] MIL-PRF-38535 Class Q / V screening (160–240 h at 125°C).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[5][6] Hawkins, Soden et al. — IDDQ testing of CMOS defects (IEEE Trans. Ind. Electron. 1989; IDDQ Testing of VLSI Circuits, 1992).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[7] Nigh et al., Failure analysis of timing and IDDq-only failures, SEMATECH, ITC 1998 (12 confirmed-defect ICs used as a real check).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[8] Liu, Ting, Zhou — Isolation Forest, IEEE ICDM 2008.  [9] Rousseeuw &amp; van Driessen — MinCovDet, Technometrics 1999.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[12] Hoerl &amp; Kennard — Ridge Regression, Technometrics 1970.  [13] Friedman — Gradient boosting, Ann. Statist. 2001.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[14] Pedregosa et al. — scikit-learn, JMLR 2011.  [15] Elkan — Foundations of Cost-Sensitive Learning, IJCAI 2001.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 IEEE list: docs/AETHER_SIH26170_References_and_Sources.docx  ·  Repo: github.com/amol16112005/AETHER-SIH26170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750000" cy="9000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 b="1"/>
              <a:t>Pioneers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